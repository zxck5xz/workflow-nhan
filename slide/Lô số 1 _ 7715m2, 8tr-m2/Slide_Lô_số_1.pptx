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THÔNG TIN MẶT BẰNG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2A3439"/>
                </a:solidFill>
              </a:defRPr>
            </a:pPr>
            <a:r>
              <a:t>Lô số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000000"/>
                </a:solidFill>
              </a:defRPr>
            </a:pPr>
            <a:r>
              <a:t>• Diện tích: 7715m2</a:t>
            </a:r>
            <a:br/>
            <a:br/>
            <a:r>
              <a:t>• Giá dự kiến:  8tr-m2</a:t>
            </a:r>
            <a:br/>
            <a:br/>
            <a:r>
              <a:t>• Folder: Lô số 1 _ 7715m2, 8tr-m2</a:t>
            </a:r>
          </a:p>
        </p:txBody>
      </p:sp>
      <p:pic>
        <p:nvPicPr>
          <p:cNvPr id="5" name="Picture 4" descr="lo_1_streetview_17785560146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4753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THÔNG TIN PHÁP LÝ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t>Số thửa đất: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00000"/>
                </a:solidFill>
              </a:defRPr>
            </a:pPr>
            <a:r>
              <a:t>626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t>Số tờ bản đồ: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00000"/>
                </a:solidFill>
              </a:defRPr>
            </a:pPr>
            <a: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t>Diện tích pháp lý: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00000"/>
                </a:solidFill>
              </a:defRPr>
            </a:pPr>
            <a:r>
              <a:t>7715,3 m2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t>Mục đích sử dụng: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114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00000"/>
                </a:solidFill>
              </a:defRPr>
            </a:pPr>
            <a:r>
              <a:t>Đất nuôi trồng thủy sản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t>Địa chỉ chi tiết: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029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00000"/>
                </a:solidFill>
              </a:defRPr>
            </a:pPr>
            <a:r>
              <a:t>xã Phong Phú, huyện Bình Chánh, Tp. Hồ Chí Minh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VỊ TRÍ &amp; TIỆN ÍCH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00000"/>
                </a:solidFill>
              </a:defRPr>
            </a:pPr>
            <a:r>
              <a:t>CÁC TIỆN ÍCH XUNG QUANH:</a:t>
            </a:r>
            <a:br/>
            <a:br/>
            <a:r>
              <a:t>• Trường TH Phong Phú: 800m</a:t>
            </a:r>
            <a:br/>
            <a:r>
              <a:t>  (Học sinh tiểu học, 500-700 học sinh)</a:t>
            </a:r>
            <a:br/>
            <a:br/>
            <a:r>
              <a:t>• Chợ Phong Phú: 1km</a:t>
            </a:r>
            <a:br/>
            <a:r>
              <a:t>  (Cư dân địa phương, 1000-2000 người/ngày)</a:t>
            </a:r>
            <a:br/>
            <a:br/>
            <a:r>
              <a:t>• Trạm Y tế xã Phong Phú: 1.2km</a:t>
            </a:r>
            <a:br/>
            <a:r>
              <a:t>  (Cư dân xã, Cơ sở y tế cơ bản)</a:t>
            </a:r>
            <a:br/>
            <a:br/>
          </a:p>
        </p:txBody>
      </p:sp>
      <p:pic>
        <p:nvPicPr>
          <p:cNvPr id="4" name="Picture 3" descr="lo_1_map_17785559608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4753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5943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Link Google Maps: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66CC"/>
                </a:solidFill>
              </a:defRPr>
            </a:pPr>
            <a:r>
              <a:t>https://maps.app.goo.gl/MSwRDyzdhAyooxNN6?g_st=az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