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_2_3d_render_17785573124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0"/>
            <a:ext cx="67052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3716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2980B9"/>
                </a:solidFill>
              </a:defRPr>
            </a:pPr>
            <a:r>
              <a:t>Lô số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</a:defRPr>
            </a:pPr>
            <a:r>
              <a:t>THÔNG TIN MẶT BẰNG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ECF0F1"/>
                </a:solidFill>
              </a:defRPr>
            </a:pPr>
            <a:r>
              <a:t>• Diện tích: 3068m2</a:t>
            </a:r>
            <a:br/>
            <a:r>
              <a:t>• Giá: 27tr-m2</a:t>
            </a:r>
            <a:br/>
            <a:r>
              <a:t>• Loại hình: Bất động sản cao cấp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CF0F1"/>
                </a:solidFill>
              </a:defRPr>
            </a:pPr>
            <a:r>
              <a:t>HỒ SƠ PHÁP LÝ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C3E50"/>
                </a:solidFill>
              </a:defRPr>
            </a:pPr>
            <a:r>
              <a:t>1. Số thửa: N/A | Số tờ: N/A</a:t>
            </a:r>
            <a:br/>
            <a:r>
              <a:t>2. Diện tích pháp lý: 3068 m2</a:t>
            </a:r>
            <a:br/>
            <a:r>
              <a:t>3. Mục đích: Đất ở đô thị</a:t>
            </a:r>
            <a:br/>
            <a:r>
              <a:t>4. Địa chỉ: Vị trí tại Quận 8, TP.HCM...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80B9"/>
                </a:solidFill>
              </a:defRPr>
            </a:pPr>
            <a:r>
              <a:t>VỊ TRÍ &amp; TIỆN ÍCH</a:t>
            </a:r>
          </a:p>
        </p:txBody>
      </p:sp>
      <p:pic>
        <p:nvPicPr>
          <p:cNvPr id="3" name="Picture 2" descr="lo_2_map_17785560749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14400"/>
            <a:ext cx="621792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828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CF0F1"/>
                </a:solidFill>
              </a:defRPr>
            </a:pPr>
            <a:r>
              <a:t>Tiện ích tiêu biểu:</a:t>
            </a:r>
            <a:br/>
            <a:r>
              <a:t>• Trường Khai Nguyên (200m)</a:t>
            </a:r>
            <a:br/>
            <a:r>
              <a:t>• Satra Mart (500m)</a:t>
            </a:r>
            <a:br/>
            <a:r>
              <a:t>• Bệnh viện Quận 8 (1km)</a:t>
            </a:r>
            <a:br/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980B9"/>
                </a:solidFill>
              </a:defRPr>
            </a:pPr>
            <a:r>
              <a:t>Link Map: https://maps.app.goo.gl/Xb1G74845LsLXC6N...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