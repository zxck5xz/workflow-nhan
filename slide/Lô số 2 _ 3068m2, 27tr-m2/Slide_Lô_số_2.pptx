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1: THÔNG TIN MẶT BẰNG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A3439"/>
                </a:solidFill>
              </a:defRPr>
            </a:pPr>
            <a:r>
              <a:t>Lô số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0000"/>
                </a:solidFill>
              </a:defRPr>
            </a:pPr>
            <a:r>
              <a:t>• Diện tích: 3068m2</a:t>
            </a:r>
            <a:br/>
            <a:br/>
            <a:r>
              <a:t>• Giá dự kiến:  27tr-m2</a:t>
            </a:r>
            <a:br/>
            <a:br/>
            <a:r>
              <a:t>• Folder: Lô số 2 _ 3068m2, 27tr-m2</a:t>
            </a:r>
          </a:p>
        </p:txBody>
      </p:sp>
      <p:pic>
        <p:nvPicPr>
          <p:cNvPr id="5" name="Picture 4" descr="29b7bcc7-b5fc-4f6f-b547-ead145d4ea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2: THÔNG TIN PHÁP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thửa đất: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N/A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tờ bản đồ: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Diện tích pháp lý: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3068 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Mục đích sử dụng: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Đất ở đô thị / Sản xuất kinh doanh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Địa chỉ chi tiết: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Vị trí tại Quận 8, TP.HCM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3: SITE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</a:defRPr>
            </a:pPr>
            <a:r>
              <a:t>CÁC TIỆN ÍCH XUNG QUANH:</a:t>
            </a:r>
            <a:br/>
            <a:br/>
            <a:r>
              <a:t>• Trường Quốc tế Khai Nguyên: 200m</a:t>
            </a:r>
            <a:br/>
            <a:r>
              <a:t>  (Học sinh quốc tế, Cao cấp)</a:t>
            </a:r>
            <a:br/>
            <a:br/>
            <a:r>
              <a:t>• Satra Mart Phạm Hùng: 500m</a:t>
            </a:r>
            <a:br/>
            <a:r>
              <a:t>  (Cư dân khu vực, Đại siêu thị)</a:t>
            </a:r>
            <a:br/>
            <a:br/>
            <a:r>
              <a:t>• Bệnh viện Quận 8: 1km</a:t>
            </a:r>
            <a:br/>
            <a:r>
              <a:t>  (Bệnh nhân/Cư dân, Bệnh viện hạng II)</a:t>
            </a:r>
            <a:br/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VỊ TRÍ GOOGLE MAPS: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66CC"/>
                </a:solidFill>
              </a:defRPr>
            </a:pPr>
            <a:r>
              <a:t>https://maps.app.goo.gl/Xb1G74845LsLXC6N6?g_st=az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