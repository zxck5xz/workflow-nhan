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_3_3d_render_1778557748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2980B9"/>
                </a:solidFill>
              </a:defRPr>
            </a:pPr>
            <a:r>
              <a:t>Lô số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</a:defRPr>
            </a:pPr>
            <a:r>
              <a:t>THÔNG TIN MẶT BẰNG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CF0F1"/>
                </a:solidFill>
              </a:defRPr>
            </a:pPr>
            <a:r>
              <a:t>• Diện tích: 2400m2</a:t>
            </a:r>
            <a:br/>
            <a:r>
              <a:t>• Giá: 220 tỷ</a:t>
            </a:r>
            <a:br/>
            <a:r>
              <a:t>• Loại hình: Bất động sản cao cấp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CF0F1"/>
                </a:solidFill>
              </a:defRPr>
            </a:pPr>
            <a:r>
              <a:t>HỒ SƠ PHÁP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50"/>
                </a:solidFill>
              </a:defRPr>
            </a:pPr>
            <a:r>
              <a:t>1. Số thửa: N/A | Số tờ: N/A</a:t>
            </a:r>
            <a:br/>
            <a:r>
              <a:t>2. Diện tích pháp lý: 2400 m2</a:t>
            </a:r>
            <a:br/>
            <a:r>
              <a:t>3. Mục đích: Đất ở / Thương mại</a:t>
            </a:r>
            <a:br/>
            <a:r>
              <a:t>4. Địa chỉ: Nguyễn Duy Trinh, Quận 9 (TP. Thủ Đức)...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980B9"/>
                </a:solidFill>
              </a:defRPr>
            </a:pPr>
            <a:r>
              <a:t>VỊ TRÍ &amp; TIỆN ÍCH</a:t>
            </a:r>
          </a:p>
        </p:txBody>
      </p:sp>
      <p:pic>
        <p:nvPicPr>
          <p:cNvPr id="3" name="Picture 2" descr="lo_3_map_1778556156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62179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CF0F1"/>
                </a:solidFill>
              </a:defRPr>
            </a:pPr>
            <a:r>
              <a:t>Tiện ích tiêu biểu:</a:t>
            </a:r>
            <a:br/>
            <a:r>
              <a:t>• Trường Long Trường (50m)</a:t>
            </a:r>
            <a:br/>
            <a:r>
              <a:t>• Chợ Long Trường (300m)</a:t>
            </a:r>
            <a:br/>
            <a:r>
              <a:t>• UBND Phường (400m)</a:t>
            </a:r>
            <a:br/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980B9"/>
                </a:solidFill>
              </a:defRPr>
            </a:pPr>
            <a:r>
              <a:t>Link Map: https://maps.app.goo.gl/rwEQqotqio2DGLLV...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