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TRANG 1: THÔNG TIN MẶT BẰNG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2A3439"/>
                </a:solidFill>
              </a:defRPr>
            </a:pPr>
            <a:r>
              <a:t>Lô số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000000"/>
                </a:solidFill>
              </a:defRPr>
            </a:pPr>
            <a:r>
              <a:t>• Diện tích: 2400m2</a:t>
            </a:r>
            <a:br/>
            <a:br/>
            <a:r>
              <a:t>• Giá dự kiến:  220 tỷ</a:t>
            </a:r>
            <a:br/>
            <a:br/>
            <a:r>
              <a:t>• Folder: Lô số 3 _ 2400m2, 220 tỷ</a:t>
            </a:r>
          </a:p>
        </p:txBody>
      </p:sp>
      <p:pic>
        <p:nvPicPr>
          <p:cNvPr id="5" name="Picture 4" descr="1131447816195945985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5029200" cy="109108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TRANG 2: THÔNG TIN PHÁP LÝ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t>Số thửa đất: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00000"/>
                </a:solidFill>
              </a:defRPr>
            </a:pPr>
            <a:r>
              <a:t>N/A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t>Số tờ bản đồ: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2860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00000"/>
                </a:solidFill>
              </a:defRPr>
            </a:pPr>
            <a:r>
              <a:t>N/A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t>Diện tích pháp lý: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00000"/>
                </a:solidFill>
              </a:defRPr>
            </a:pPr>
            <a:r>
              <a:t>2400 m2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114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t>Mục đích sử dụng: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41148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00000"/>
                </a:solidFill>
              </a:defRPr>
            </a:pPr>
            <a:r>
              <a:t>Đất ở / Thương mại dịch vụ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t>Địa chỉ chi tiết: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5029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000000"/>
                </a:solidFill>
              </a:defRPr>
            </a:pPr>
            <a:r>
              <a:t>Nguyễn Duy Trinh, Long Trường, Quận 9 (TP. Thủ Đức)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D4AF37"/>
                </a:solidFill>
              </a:defRPr>
            </a:pPr>
            <a:r>
              <a:t>TRANG 3: SITE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000000"/>
                </a:solidFill>
              </a:defRPr>
            </a:pPr>
            <a:r>
              <a:t>CÁC TIỆN ÍCH XUNG QUANH:</a:t>
            </a:r>
            <a:br/>
            <a:br/>
            <a:r>
              <a:t>• Trường THCS Long Trường: 50m</a:t>
            </a:r>
            <a:br/>
            <a:r>
              <a:t>  (Học sinh, Trường công lập lớn)</a:t>
            </a:r>
            <a:br/>
            <a:br/>
            <a:r>
              <a:t>• Chợ Long Trường: 300m</a:t>
            </a:r>
            <a:br/>
            <a:r>
              <a:t>  (Tiểu thương/Cư dân, Khu vực kinh doanh sầm uất)</a:t>
            </a:r>
            <a:br/>
            <a:br/>
            <a:r>
              <a:t>• UBND Phường Long Trường: 400m</a:t>
            </a:r>
            <a:br/>
            <a:r>
              <a:t>  (Người dân, Trung tâm hành chính)</a:t>
            </a:r>
            <a:br/>
            <a:br/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0000"/>
                </a:solidFill>
              </a:defRPr>
            </a:pPr>
            <a:r>
              <a:t>VỊ TRÍ GOOGLE MAPS: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828800"/>
            <a:ext cx="5029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0066CC"/>
                </a:solidFill>
              </a:defRPr>
            </a:pPr>
            <a:r>
              <a:t>https://maps.app.goo.gl/rwEQqotqio2DGLLV8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