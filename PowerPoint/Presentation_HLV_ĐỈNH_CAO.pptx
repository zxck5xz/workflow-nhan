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73152" cy="2743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9FAFB"/>
                </a:solidFill>
                <a:latin typeface="Trebuchet MS"/>
              </a:defRPr>
            </a:pPr>
            <a:r>
              <a:t>HLV ĐỈNH CAO</a:t>
            </a:r>
          </a:p>
          <a:p>
            <a:pPr>
              <a:spcAft>
                <a:spcPts val="2400"/>
              </a:spcAft>
              <a:defRPr sz="1800">
                <a:solidFill>
                  <a:srgbClr val="FF6B35"/>
                </a:solidFill>
                <a:latin typeface="Calibri"/>
              </a:defRPr>
            </a:pPr>
            <a:r>
              <a:t>Báo cáo Đánh giá Sản phẩm  |  Thể loại: ** Mini app chơi trên Wechat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Tổng quan dự án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TỔNG KẾT THÔNG 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**Tên sản phẩm:** HLV ĐỈNH CAO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**Thể loại:** Mini app chơi trên Wechat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**Đối thủ chính:** Không có (N/A)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**Chỉ số đánh giá trung bình:** 3.5/5.0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**Tóm tắt nhanh:** Báo cáo được phân tích tự động từ dữ liệu ghi chú Excel và phân tích cạnh tranh của AI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Bảng điểm chất lượng (Scorecard)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ĐÁNH GIÁ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Bối cảnh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0078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70078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Thẻ chiêu mộ cầu thủ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13969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139696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Thẻ chiêu mộ HLV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7860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78608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7121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Thẻ rút phong cách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01752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017520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012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Thẻ rút chiến thuật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456432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456432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Gói tăng tốc đào tạo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89534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89534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87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Socializer Features - Cộng đồn...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33425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4334256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2686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Tính năng cộng đồng chưa được 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77316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773168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6577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Achiever Features - Thành Tựu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521208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5212080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5046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Có hệ thống BXH cho dội hình v...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5650992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5650992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1)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Bối cảnh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Nhập vai là 1 HLV điều hành 1 đội bóng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Thẻ chiêu mộ cầu thủ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Dùng để chiêu mộ cầu thủ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Thẻ chiêu mộ HLV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Dùng để chiêu mộ HLV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2)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Achiever Features - Thành Tựu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Explorer features - Khám Phá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Có hệ thống BXH cho dội hình và cầu thủ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Tương đối đầy đủ về các giải đấu ingame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Có hệ thống vinh danh và hiển thị các cúp của giải đấu đạt được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Hệ thống sưu tầm thẻ cầu thủ cũng hoàn chỉnh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Kết quả Nghiên cứu Đối thủ &amp; Xu hướng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2009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Nhận định chiến lược từ AI: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Cần tập trung cải thiện các điểm hạn chế đã ghi nhận trong phần phân tích chi tiết.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Chuẩn bị các phương án vận hành linh hoạt dựa theo đặc thù thị trường Việt Nam.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Đề xuất Hành động tiếp theo (Action Items)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ĐỀ XUẤT HÀNH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1. **Tối ưu hóa sản phẩm:** Sửa đổi các lỗi thiết kế UI/UX và cơ chế game chưa cân bằng.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2. **Định hình mô hình kinh doanh:** Điều chỉnh chiến lược nạp IAP và quảng cáo để không ảnh hưởng xấu tới trải nghiệm người dùng.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3. **Xuất PowerPoint:** Sử dụng cấu trúc slide Markdown này để đóng gói thành file PPTX thuyết trình chính thức.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