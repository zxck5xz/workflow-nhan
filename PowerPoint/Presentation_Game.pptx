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Game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Casual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Game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Casual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3.67/5.0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Core Loop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(4.0/5.0)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43891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Đồ họa &amp; UI/UX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2951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29514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Mô hình kiếm tiền</a:t>
            </a:r>
            <a:r>
              <a:rPr sz="1300" b="1">
                <a:solidFill>
                  <a:srgbClr val="FF6B35"/>
                </a:solidFill>
                <a:latin typeface="Calibri"/>
              </a:rPr>
              <a:t>  (2.5/5.0)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88950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889504"/>
            <a:ext cx="2743200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Retention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48386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48386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USP (Điểm độc đáo)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(4.5/5.0)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07822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4078224"/>
            <a:ext cx="493776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Điều khiển &amp; Hiệu năng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(4.0/5.0)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6725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4672584"/>
            <a:ext cx="438912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Core Loop (4.0/5.0)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Gameplay cốt lõi rất cuốn hút, cơ chế match-3 mượt mà nhưng độ khó tăng quá nhanh ở level 15.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Đồ họa &amp; UI/UX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Đồ họa 2D màu sắc tươi sáng, bắt mắt. Giao diện phẳng hiện đại nhưng một số nút bấm hơi nhỏ trên màn hình điện thoại.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Mô hình kiếm tiền (2.5/5.0)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 lạm dụng quảng cáo video sau mỗi màn chơi. Cần đa dạng hóa gói nạp (IAP) như Battle Pass hoặc vật phẩm trang trí.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Retention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Hệ thống quà đăng nhập hằng ngày hoạt động tốt. Cần bổ sung thêm nhiệm vụ tuần để giữ chân người chơi tốt hơn.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USP (Điểm độc đáo) (4.5/5.0)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Sự kết hợp giữa giải đố match-3 và xây dựng vương quốc là điểm cộng lớn so với đối thủ.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Điều khiển &amp; Hiệu năng (4.0/5.0)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Game phản hồi nhạy, không giật lag trên các máy cấu hình trung bình. Tuy nhiên, thời gian load game lần đầu hơi lâu.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