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Ultimate Football Club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Giả lập bóng đá - Quản lý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Ultimate Football Club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Giả lập bóng đá - Quản lý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3.7/5.0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Nội dung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1.1 Quy mô của Nhà sản xuất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3969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3969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1.2 Số năm đã phát hành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7860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7860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1.3 Sản phẩm có bản quyền IP h...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1.4 Số quốc gia đã phát hành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45643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5643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1.5 Rating trên store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9534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1.6 Total install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3425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3425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2.1 Nhận định về IP sản phẩm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7316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77316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6577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2.2. Phù hợp với thị hiếu ngườ...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21208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046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2.3 So sánh với các game cùng ...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65099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650992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Nội dung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Nhận xét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1.1 Quy mô của Nhà sản xuất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Nhỏ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1.2 Số năm đã phát hành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Mới phát hành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4.8 Yêu cầu về cấu hình thiết bị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Vừa phải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4.9 Hao pin nóng máy khi chơi game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Bình thường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5.1 Nhận định về nhạc nền? (4.3/5.0)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Rất tốt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