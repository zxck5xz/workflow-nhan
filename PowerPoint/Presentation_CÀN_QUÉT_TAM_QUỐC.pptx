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73152" cy="2743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9FAFB"/>
                </a:solidFill>
                <a:latin typeface="Trebuchet MS"/>
              </a:defRPr>
            </a:pPr>
            <a:r>
              <a:t>CÀN QUÉT TAM QUỐC</a:t>
            </a:r>
          </a:p>
          <a:p>
            <a:pPr>
              <a:spcAft>
                <a:spcPts val="2400"/>
              </a:spcAft>
              <a:defRPr sz="1800">
                <a:solidFill>
                  <a:srgbClr val="FF6B35"/>
                </a:solidFill>
                <a:latin typeface="Calibri"/>
              </a:defRPr>
            </a:pPr>
            <a:r>
              <a:t>Báo cáo Đánh giá Sản phẩm  |  Thể loại: ** mobile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Tổng quan dự án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TỔNG KẾT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**Tên sản phẩm:** CÀN QUÉT TAM QUỐC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**Thể loại:** mobile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**Đối thủ chính:** Không có (N/A)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**Chỉ số đánh giá trung bình:** 3.58/5.0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**Tóm tắt nhanh:** Báo cáo được phân tích tự động từ dữ liệu ghi chú Excel và phân tích cạnh tranh của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Bảng điểm chất lượng (Scorecard)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ĐÁNH GIÁ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Socializer Features - Cộng đồn...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0078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70078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Ở mức tương đối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3969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13969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Lối chơi vượt phụ bản hạn chế 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7860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7860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Achiever Features - Thành Tựu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1752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01752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Hệ thống danh hiệu tương đối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45643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456432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Có chức năng xếp hạng cho từng...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9534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89534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87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Strengths (Điểm mạnh)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(4.3/5.0)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33425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334256"/>
            <a:ext cx="47183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Weaknesses (Điểm yếu)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77316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77316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6577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Opportunities (Cơ hội)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521208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521208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5046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Threats (Thách thức)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65099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5650992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1)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Socializer Features - Cộng đồng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Killer Features - PK, PVP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Ở mức tương đối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Có nhiều tính năng PVP để người chơi cạnh tranh với nhau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Lối chơi vượt phụ bản hạn chế giao tiếp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Có tính năng liên đấu server và tranh bá liên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2)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Có chức năng xếp hạng cho từng tính năng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Tính năng vượt ải, công thành, và nhiệm vụ thú vị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Strengths (Điểm mạnh) (4.3/5.0)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Tính năng game đa dạng và dàn trải đều ,giữ chân người chơi tốt.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Đồ Họa đẹp mắt, âm thanh sống động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Hệ thống hỗ trợ phong phú và đặc sắc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Thể loại game thẻ bài, có thể phát triển thêm nhiều về sau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Cách chơi nhập vai hành động không gây nhàm chán cho người chơi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Game có chiều sâu cần có thời gian dài để user có thể chinh phục.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Nhiều tính năng tạo tương tác giữa người chơi với người chơi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Weaknesses (Điểm yếu)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Đối với những game thẻ bài cùng loại còn hạn chế về mặt số lượng danh tướng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Các tính năng liên quan đến tướng còn hạn chế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Tương tác cộng đồng chưa 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Kết quả Nghiên cứu Đối thủ &amp; Xu hướng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Nhận định chiến lược từ AI: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Cần tập trung cải thiện các điểm hạn chế đã ghi nhận trong phần phân tích chi tiết.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Chuẩn bị các phương án vận hành linh hoạt dựa theo đặc thù thị trường Việt 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Đề xuất Hành động tiếp theo (Action Items)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ĐỀ XUẤT HÀNH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1. **Tối ưu hóa sản phẩm:** Sửa đổi các lỗi thiết kế UI/UX và cơ chế game chưa cân bằng.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2. **Định hình mô hình kinh doanh:** Điều chỉnh chiến lược nạp IAP và quảng cáo để không ảnh hưởng xấu tới trải nghiệm người dùng.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3. **Xuất PowerPoint:** Sử dụng cấu trúc slide Markdown này để đóng gói thành file PPTX thuyết trình chính thức.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